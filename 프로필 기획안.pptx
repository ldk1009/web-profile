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-22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B967DE-E6E0-9EBA-7979-03BC398DC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416721F-77A0-9EC4-6988-020878FB7F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92657F-5FA0-95D9-EEE3-870AD50EA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3F99A-3AAA-4292-B0CB-113CD9CB52EB}" type="datetimeFigureOut">
              <a:rPr lang="ko-KR" altLang="en-US" smtClean="0"/>
              <a:t>2022-07-11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3BC499-B8F9-4D3C-2598-31659BAFB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57E4C9-23D0-D58F-0FF6-0474643CD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8A96-7BA4-409A-877F-3F7C87086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1377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59B5A9-A15B-DC6F-2539-C5C54CD43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EEB2CD-870A-4115-77E7-E45784B63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AAAFF6-4524-7B44-1BF2-81E74814B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3F99A-3AAA-4292-B0CB-113CD9CB52EB}" type="datetimeFigureOut">
              <a:rPr lang="ko-KR" altLang="en-US" smtClean="0"/>
              <a:t>2022-07-11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EC6FFF-D79D-3138-38E5-DC4E3E1FA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0E021D-0075-1DE5-B3DD-F30D4F36A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8A96-7BA4-409A-877F-3F7C87086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591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DF08EE-318E-C411-FB14-30E0C51EB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2668AF-76DC-78CE-486C-9D15A3D5E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FEEB38-CB76-0B71-8DB2-896154966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3F99A-3AAA-4292-B0CB-113CD9CB52EB}" type="datetimeFigureOut">
              <a:rPr lang="ko-KR" altLang="en-US" smtClean="0"/>
              <a:t>2022-07-11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EBD5EE-E256-EDA6-144D-7E61C52FA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A12302-F7C8-FC83-C01F-3E358BA6E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8A96-7BA4-409A-877F-3F7C87086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8252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2862A5-D8A5-97EA-0E46-D1AC6FF7D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601EB2-6908-1BA2-8997-AE93B85F2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73471A-B818-831A-AEF1-23FC4791F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646FB4-1400-26D0-92A9-B07F4657E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3F99A-3AAA-4292-B0CB-113CD9CB52EB}" type="datetimeFigureOut">
              <a:rPr lang="ko-KR" altLang="en-US" smtClean="0"/>
              <a:t>2022-07-11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E3ADCA-81B5-BEB4-BBF2-2006BB740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AC074E-2301-556D-F8DA-A44289F89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8A96-7BA4-409A-877F-3F7C87086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112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3B153A-E293-4374-DD52-B1059C7E8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C5126C-B532-7882-0D51-1FDBD1D3D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C17B25-E94F-2AE0-E3B2-DBD586CB2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DAB1F74-13C3-719A-A9F8-D68909B660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EFFC1F9-0A31-4F8C-9AAD-9A118E77FA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6117144-228B-D76A-9227-143E5C5A3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3F99A-3AAA-4292-B0CB-113CD9CB52EB}" type="datetimeFigureOut">
              <a:rPr lang="ko-KR" altLang="en-US" smtClean="0"/>
              <a:t>2022-07-11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29A3DB5-95B9-6FC9-1CFF-8B45CD06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FF1D07D-1154-DE29-C41A-BE4F519B0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8A96-7BA4-409A-877F-3F7C87086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0690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244BD9-6C47-7CE2-3C96-B00A931FC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282D92C-1F2F-D32C-5A9D-AA79EBA49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3F99A-3AAA-4292-B0CB-113CD9CB52EB}" type="datetimeFigureOut">
              <a:rPr lang="ko-KR" altLang="en-US" smtClean="0"/>
              <a:t>2022-07-11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79795C-9694-4EA1-3B82-8D0D32C25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76E0D6-674E-1292-36A8-24E1614C5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8A96-7BA4-409A-877F-3F7C87086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527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75B7BE7-B22B-64CF-486D-9EFA1F00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3F99A-3AAA-4292-B0CB-113CD9CB52EB}" type="datetimeFigureOut">
              <a:rPr lang="ko-KR" altLang="en-US" smtClean="0"/>
              <a:t>2022-07-11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E42CF45-43E6-FB30-FF30-860348831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2D34EE-0BBA-D246-048E-6A2F8CF3D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8A96-7BA4-409A-877F-3F7C87086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99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AE1840-9D32-4886-4DFC-282F0562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99500B-B410-288D-665E-316D61A35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D73B9F-BA44-A375-EB57-C3D8BB9F4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20589B-B48D-AB56-062D-7DBEC3B6C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3F99A-3AAA-4292-B0CB-113CD9CB52EB}" type="datetimeFigureOut">
              <a:rPr lang="ko-KR" altLang="en-US" smtClean="0"/>
              <a:t>2022-07-11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E075F0-55CC-93AD-4099-B11EDDEAF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38591F-3539-89EE-E893-99CC73656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8A96-7BA4-409A-877F-3F7C87086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1892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CE514B-A094-0789-8A54-2FA213A6A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6C1E718-96ED-9FB1-87FC-7FCA1B508C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ACC78E-621E-3336-EFEC-22AA0744F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55284E-D825-1AD5-CA19-07C7881A0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3F99A-3AAA-4292-B0CB-113CD9CB52EB}" type="datetimeFigureOut">
              <a:rPr lang="ko-KR" altLang="en-US" smtClean="0"/>
              <a:t>2022-07-11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707910-9073-7548-FD8F-09E3B26B3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FC636E-7392-C7C4-965F-47EC608F7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8A96-7BA4-409A-877F-3F7C87086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279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CC0843-F997-8C26-1E5E-E883AD154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2F593B8-A839-828D-D087-8B620115B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B24443-65BA-9C3B-01EB-140472347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3F99A-3AAA-4292-B0CB-113CD9CB52EB}" type="datetimeFigureOut">
              <a:rPr lang="ko-KR" altLang="en-US" smtClean="0"/>
              <a:t>2022-07-11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865A93-E0D0-354E-4B03-427EDCD32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950219-6B57-64F4-6475-EA4A89DDD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8A96-7BA4-409A-877F-3F7C87086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50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A4BE31C-F172-BE74-2D0F-8411AF0842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7A9C0F-E482-0424-A138-579FE7C531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AAEAD0-4077-966F-BA28-A17968861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3F99A-3AAA-4292-B0CB-113CD9CB52EB}" type="datetimeFigureOut">
              <a:rPr lang="ko-KR" altLang="en-US" smtClean="0"/>
              <a:t>2022-07-11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39CA26-229C-9A2E-00C7-C9C0784E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D94B92-AADF-175D-0FA6-28A481E55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8A96-7BA4-409A-877F-3F7C87086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632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298AD9-3BA3-3FB1-6102-0057FC970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C7775F-CDB3-873C-5985-DDC3760B5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536F79-31C2-17EA-E454-333EB16340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3F99A-3AAA-4292-B0CB-113CD9CB52EB}" type="datetimeFigureOut">
              <a:rPr lang="ko-KR" altLang="en-US" smtClean="0"/>
              <a:t>2022-07-11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10731C-C4C1-DEBF-5796-927026CB3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9A30B7-7072-3294-47A2-FB6AD7E4F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48A96-7BA4-409A-877F-3F7C87086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811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408BEA-FD74-52E7-2EDC-EBA045EFC24E}"/>
              </a:ext>
            </a:extLst>
          </p:cNvPr>
          <p:cNvSpPr txBox="1"/>
          <p:nvPr/>
        </p:nvSpPr>
        <p:spPr>
          <a:xfrm>
            <a:off x="111600" y="234617"/>
            <a:ext cx="11079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/>
              <a:t>프로필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20F2225-9C86-834C-E937-12352C25C268}"/>
              </a:ext>
            </a:extLst>
          </p:cNvPr>
          <p:cNvCxnSpPr/>
          <p:nvPr/>
        </p:nvCxnSpPr>
        <p:spPr>
          <a:xfrm>
            <a:off x="0" y="82691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 descr="사람, 의류, 벽, 소년이(가) 표시된 사진&#10;&#10;자동 생성된 설명">
            <a:extLst>
              <a:ext uri="{FF2B5EF4-FFF2-40B4-BE49-F238E27FC236}">
                <a16:creationId xmlns:a16="http://schemas.microsoft.com/office/drawing/2014/main" id="{83E23AD5-05AC-07F6-DB34-8CFD361A9BF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7796"/>
            <a:ext cx="1800000" cy="180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C41353-A8B6-DDAC-4004-DDE2E4F9D046}"/>
              </a:ext>
            </a:extLst>
          </p:cNvPr>
          <p:cNvSpPr txBox="1"/>
          <p:nvPr/>
        </p:nvSpPr>
        <p:spPr>
          <a:xfrm>
            <a:off x="1759029" y="837796"/>
            <a:ext cx="476925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이름 </a:t>
            </a:r>
            <a:r>
              <a:rPr lang="en-US" altLang="ko-KR" sz="2400" dirty="0"/>
              <a:t>: </a:t>
            </a:r>
            <a:r>
              <a:rPr lang="ko-KR" altLang="en-US" sz="2400" dirty="0"/>
              <a:t>이동규</a:t>
            </a:r>
            <a:endParaRPr lang="en-US" altLang="ko-KR" sz="2400" dirty="0"/>
          </a:p>
          <a:p>
            <a:r>
              <a:rPr lang="ko-KR" altLang="en-US" sz="2400" dirty="0"/>
              <a:t>출생 </a:t>
            </a:r>
            <a:r>
              <a:rPr lang="en-US" altLang="ko-KR" sz="2400" dirty="0"/>
              <a:t>: 2000.10.09</a:t>
            </a:r>
          </a:p>
          <a:p>
            <a:r>
              <a:rPr lang="ko-KR" altLang="en-US" sz="2400" dirty="0"/>
              <a:t>나이 </a:t>
            </a:r>
            <a:r>
              <a:rPr lang="en-US" altLang="ko-KR" sz="2400" dirty="0"/>
              <a:t>: 23</a:t>
            </a:r>
            <a:r>
              <a:rPr lang="ko-KR" altLang="en-US" sz="2400" dirty="0"/>
              <a:t>세</a:t>
            </a:r>
            <a:r>
              <a:rPr lang="en-US" altLang="ko-KR" sz="2400" dirty="0"/>
              <a:t>(</a:t>
            </a:r>
            <a:r>
              <a:rPr lang="ko-KR" altLang="en-US" sz="2400" dirty="0"/>
              <a:t>만 </a:t>
            </a:r>
            <a:r>
              <a:rPr lang="en-US" altLang="ko-KR" sz="2400" dirty="0"/>
              <a:t>21</a:t>
            </a:r>
            <a:r>
              <a:rPr lang="ko-KR" altLang="en-US" sz="2400" dirty="0"/>
              <a:t>세</a:t>
            </a:r>
            <a:r>
              <a:rPr lang="en-US" altLang="ko-KR" sz="2400" dirty="0"/>
              <a:t>)</a:t>
            </a:r>
          </a:p>
          <a:p>
            <a:r>
              <a:rPr lang="ko-KR" altLang="en-US" sz="2400" dirty="0"/>
              <a:t>직업 </a:t>
            </a:r>
            <a:r>
              <a:rPr lang="en-US" altLang="ko-KR" sz="2400" dirty="0"/>
              <a:t>: </a:t>
            </a:r>
            <a:r>
              <a:rPr lang="ko-KR" altLang="en-US" sz="2400" dirty="0"/>
              <a:t>대학생</a:t>
            </a:r>
            <a:endParaRPr lang="en-US" altLang="ko-KR" sz="2400" dirty="0"/>
          </a:p>
          <a:p>
            <a:r>
              <a:rPr lang="ko-KR" altLang="en-US" sz="2400" dirty="0"/>
              <a:t>종교 </a:t>
            </a:r>
            <a:r>
              <a:rPr lang="en-US" altLang="ko-KR" sz="2400" dirty="0"/>
              <a:t>: </a:t>
            </a:r>
            <a:r>
              <a:rPr lang="ko-KR" altLang="en-US" sz="2400" dirty="0"/>
              <a:t>무교</a:t>
            </a:r>
            <a:endParaRPr lang="en-US" altLang="ko-KR" sz="2400" dirty="0"/>
          </a:p>
          <a:p>
            <a:r>
              <a:rPr lang="en-US" altLang="ko-KR" sz="2400" dirty="0"/>
              <a:t>MBTI : ISTJ</a:t>
            </a:r>
          </a:p>
          <a:p>
            <a:r>
              <a:rPr lang="ko-KR" altLang="en-US" sz="2400" dirty="0"/>
              <a:t>가족 </a:t>
            </a:r>
            <a:r>
              <a:rPr lang="en-US" altLang="ko-KR" sz="2400" dirty="0"/>
              <a:t>: </a:t>
            </a:r>
            <a:r>
              <a:rPr lang="ko-KR" altLang="en-US" sz="2400" dirty="0"/>
              <a:t>가족관계도 참고</a:t>
            </a:r>
            <a:r>
              <a:rPr lang="en-US" altLang="ko-KR" sz="2400" dirty="0"/>
              <a:t>[</a:t>
            </a:r>
            <a:r>
              <a:rPr lang="ko-KR" altLang="en-US" sz="2400" dirty="0"/>
              <a:t>바로가기</a:t>
            </a:r>
            <a:r>
              <a:rPr lang="en-US" altLang="ko-KR" sz="2400" dirty="0"/>
              <a:t>]</a:t>
            </a:r>
          </a:p>
          <a:p>
            <a:r>
              <a:rPr lang="en-US" altLang="ko-KR" sz="2400" dirty="0"/>
              <a:t>(</a:t>
            </a:r>
            <a:r>
              <a:rPr lang="ko-KR" altLang="en-US" sz="2400" dirty="0"/>
              <a:t>새로운 페이지 열리기</a:t>
            </a:r>
            <a:r>
              <a:rPr lang="en-US" altLang="ko-KR" sz="2400" dirty="0"/>
              <a:t>)</a:t>
            </a:r>
          </a:p>
          <a:p>
            <a:endParaRPr lang="ko-KR" alt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3F3E78-0BFD-92C4-FD64-03A89289A72B}"/>
              </a:ext>
            </a:extLst>
          </p:cNvPr>
          <p:cNvSpPr txBox="1"/>
          <p:nvPr/>
        </p:nvSpPr>
        <p:spPr>
          <a:xfrm>
            <a:off x="8281160" y="826910"/>
            <a:ext cx="469070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학력</a:t>
            </a:r>
            <a:r>
              <a:rPr lang="en-US" altLang="ko-KR" sz="2400" dirty="0"/>
              <a:t>(</a:t>
            </a:r>
            <a:r>
              <a:rPr lang="ko-KR" altLang="en-US" sz="2400" dirty="0"/>
              <a:t>바로가기 링크 추가</a:t>
            </a:r>
            <a:r>
              <a:rPr lang="en-US" altLang="ko-KR" sz="2400" dirty="0"/>
              <a:t>)</a:t>
            </a:r>
          </a:p>
          <a:p>
            <a:r>
              <a:rPr lang="en-US" altLang="ko-KR" sz="2400" dirty="0"/>
              <a:t>-</a:t>
            </a:r>
            <a:r>
              <a:rPr lang="ko-KR" altLang="en-US" sz="2400" dirty="0" err="1"/>
              <a:t>어정초등학교</a:t>
            </a:r>
            <a:r>
              <a:rPr lang="en-US" altLang="ko-KR" sz="2400" dirty="0"/>
              <a:t>(</a:t>
            </a:r>
            <a:r>
              <a:rPr lang="ko-KR" altLang="en-US" sz="2400" dirty="0"/>
              <a:t>아이콘</a:t>
            </a:r>
            <a:r>
              <a:rPr lang="en-US" altLang="ko-KR" sz="2400" dirty="0"/>
              <a:t>)[</a:t>
            </a:r>
            <a:r>
              <a:rPr lang="ko-KR" altLang="en-US" sz="2400" dirty="0"/>
              <a:t>바로가기</a:t>
            </a:r>
            <a:r>
              <a:rPr lang="en-US" altLang="ko-KR" sz="2400" dirty="0"/>
              <a:t>]</a:t>
            </a:r>
          </a:p>
          <a:p>
            <a:r>
              <a:rPr lang="en-US" altLang="ko-KR" sz="2400" dirty="0"/>
              <a:t>-</a:t>
            </a:r>
            <a:r>
              <a:rPr lang="ko-KR" altLang="en-US" sz="2400" dirty="0" err="1"/>
              <a:t>어정중학교</a:t>
            </a:r>
            <a:r>
              <a:rPr lang="en-US" altLang="ko-KR" sz="2400" dirty="0"/>
              <a:t>(</a:t>
            </a:r>
            <a:r>
              <a:rPr lang="ko-KR" altLang="en-US" sz="2400" dirty="0"/>
              <a:t>아이콘</a:t>
            </a:r>
            <a:r>
              <a:rPr lang="en-US" altLang="ko-KR" sz="2400" dirty="0"/>
              <a:t>)[</a:t>
            </a:r>
            <a:r>
              <a:rPr lang="ko-KR" altLang="en-US" sz="2400" dirty="0"/>
              <a:t>바로가기</a:t>
            </a:r>
            <a:r>
              <a:rPr lang="en-US" altLang="ko-KR" sz="2400" dirty="0"/>
              <a:t>]</a:t>
            </a:r>
          </a:p>
          <a:p>
            <a:r>
              <a:rPr lang="en-US" altLang="ko-KR" sz="2400" dirty="0"/>
              <a:t>-</a:t>
            </a:r>
            <a:r>
              <a:rPr lang="ko-KR" altLang="en-US" sz="2400" dirty="0"/>
              <a:t>성지고등학교</a:t>
            </a:r>
            <a:r>
              <a:rPr lang="en-US" altLang="ko-KR" sz="2400" dirty="0"/>
              <a:t>(</a:t>
            </a:r>
            <a:r>
              <a:rPr lang="ko-KR" altLang="en-US" sz="2400" dirty="0"/>
              <a:t>아이콘</a:t>
            </a:r>
            <a:r>
              <a:rPr lang="en-US" altLang="ko-KR" sz="2400" dirty="0"/>
              <a:t>)[</a:t>
            </a:r>
            <a:r>
              <a:rPr lang="ko-KR" altLang="en-US" sz="2400" dirty="0"/>
              <a:t>바로가기</a:t>
            </a:r>
            <a:r>
              <a:rPr lang="en-US" altLang="ko-KR" sz="2400" dirty="0"/>
              <a:t>]</a:t>
            </a:r>
          </a:p>
          <a:p>
            <a:r>
              <a:rPr lang="en-US" altLang="ko-KR" sz="2400" dirty="0"/>
              <a:t>-</a:t>
            </a:r>
            <a:r>
              <a:rPr lang="ko-KR" altLang="en-US" sz="2400" dirty="0"/>
              <a:t>순천향대학교</a:t>
            </a:r>
            <a:r>
              <a:rPr lang="en-US" altLang="ko-KR" sz="2400" dirty="0"/>
              <a:t>(</a:t>
            </a:r>
            <a:r>
              <a:rPr lang="ko-KR" altLang="en-US" sz="2400" dirty="0"/>
              <a:t>아이콘</a:t>
            </a:r>
            <a:r>
              <a:rPr lang="en-US" altLang="ko-KR" sz="2400" dirty="0"/>
              <a:t>)[</a:t>
            </a:r>
            <a:r>
              <a:rPr lang="ko-KR" altLang="en-US" sz="2400" dirty="0"/>
              <a:t>바로가기</a:t>
            </a:r>
            <a:r>
              <a:rPr lang="en-US" altLang="ko-KR" sz="2400" dirty="0"/>
              <a:t>]</a:t>
            </a:r>
            <a:endParaRPr lang="ko-KR" altLang="en-US" sz="2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5A7AC23-5F87-8410-7F60-242F714EBAD1}"/>
              </a:ext>
            </a:extLst>
          </p:cNvPr>
          <p:cNvCxnSpPr>
            <a:cxnSpLocks/>
          </p:cNvCxnSpPr>
          <p:nvPr/>
        </p:nvCxnSpPr>
        <p:spPr>
          <a:xfrm>
            <a:off x="8262257" y="826910"/>
            <a:ext cx="0" cy="60310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F4AA919-84C0-BCEB-B579-E7F49B91BF27}"/>
              </a:ext>
            </a:extLst>
          </p:cNvPr>
          <p:cNvSpPr txBox="1"/>
          <p:nvPr/>
        </p:nvSpPr>
        <p:spPr>
          <a:xfrm>
            <a:off x="8281160" y="3526965"/>
            <a:ext cx="399500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친구관계</a:t>
            </a:r>
            <a:r>
              <a:rPr lang="en-US" altLang="ko-KR" sz="2400" dirty="0"/>
              <a:t>(</a:t>
            </a:r>
            <a:r>
              <a:rPr lang="ko-KR" altLang="en-US" sz="2400" dirty="0"/>
              <a:t>바로가기 추가</a:t>
            </a:r>
            <a:r>
              <a:rPr lang="en-US" altLang="ko-KR" sz="2400" dirty="0"/>
              <a:t>)</a:t>
            </a:r>
          </a:p>
          <a:p>
            <a:r>
              <a:rPr lang="en-US" altLang="ko-KR" sz="2400" dirty="0"/>
              <a:t>-</a:t>
            </a:r>
            <a:r>
              <a:rPr lang="ko-KR" altLang="en-US" sz="2400" dirty="0" err="1"/>
              <a:t>어정중학교</a:t>
            </a:r>
            <a:r>
              <a:rPr lang="en-US" altLang="ko-KR" sz="2400" dirty="0"/>
              <a:t>(</a:t>
            </a:r>
            <a:r>
              <a:rPr lang="ko-KR" altLang="en-US" sz="2400" dirty="0"/>
              <a:t>관계도 링크</a:t>
            </a:r>
            <a:r>
              <a:rPr lang="en-US" altLang="ko-KR" sz="2400" dirty="0"/>
              <a:t>)</a:t>
            </a:r>
          </a:p>
          <a:p>
            <a:r>
              <a:rPr lang="en-US" altLang="ko-KR" sz="2400" dirty="0"/>
              <a:t>-</a:t>
            </a:r>
            <a:r>
              <a:rPr lang="ko-KR" altLang="en-US" sz="2400" dirty="0"/>
              <a:t>성지고등학교</a:t>
            </a:r>
            <a:r>
              <a:rPr lang="en-US" altLang="ko-KR" sz="2400" dirty="0"/>
              <a:t>(</a:t>
            </a:r>
            <a:r>
              <a:rPr lang="ko-KR" altLang="en-US" sz="2400" dirty="0"/>
              <a:t>관계도 링크</a:t>
            </a:r>
            <a:r>
              <a:rPr lang="en-US" altLang="ko-KR" sz="2400" dirty="0"/>
              <a:t>)</a:t>
            </a:r>
          </a:p>
          <a:p>
            <a:r>
              <a:rPr lang="en-US" altLang="ko-KR" sz="2400" dirty="0"/>
              <a:t>-</a:t>
            </a:r>
            <a:r>
              <a:rPr lang="ko-KR" altLang="en-US" sz="2400" dirty="0"/>
              <a:t>순천향대학교</a:t>
            </a:r>
            <a:r>
              <a:rPr lang="en-US" altLang="ko-KR" sz="2400" dirty="0"/>
              <a:t>(</a:t>
            </a:r>
            <a:r>
              <a:rPr lang="ko-KR" altLang="en-US" sz="2400" dirty="0"/>
              <a:t>관계도 링크</a:t>
            </a:r>
            <a:r>
              <a:rPr lang="en-US" altLang="ko-KR" sz="2400" dirty="0"/>
              <a:t>)</a:t>
            </a:r>
          </a:p>
          <a:p>
            <a:endParaRPr lang="ko-KR" altLang="en-US" sz="2400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E332AEBA-B1C7-4308-94B3-E07F1F0EC543}"/>
              </a:ext>
            </a:extLst>
          </p:cNvPr>
          <p:cNvCxnSpPr>
            <a:cxnSpLocks/>
          </p:cNvCxnSpPr>
          <p:nvPr/>
        </p:nvCxnSpPr>
        <p:spPr>
          <a:xfrm>
            <a:off x="8262257" y="3526965"/>
            <a:ext cx="39297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0530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94</Words>
  <Application>Microsoft Office PowerPoint</Application>
  <PresentationFormat>와이드스크린</PresentationFormat>
  <Paragraphs>18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 동규</dc:creator>
  <cp:lastModifiedBy>이 동규</cp:lastModifiedBy>
  <cp:revision>3</cp:revision>
  <dcterms:created xsi:type="dcterms:W3CDTF">2022-07-10T23:59:35Z</dcterms:created>
  <dcterms:modified xsi:type="dcterms:W3CDTF">2022-07-11T00:13:37Z</dcterms:modified>
</cp:coreProperties>
</file>